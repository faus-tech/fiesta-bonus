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91440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15% to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20% to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BOOK RETENTION BONUS (paid every month, NOT gated by minimums)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% of NB premium written 6 months ago still on the books 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Retention Rate x $300/mo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70% retention -&gt; $210/mo | 80% -&gt; $240/mo | 90% -&gt; $270/mo | 100% -&gt; $300/mo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retention &lt; 30%,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gate met (or both)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paid when NB gate met. Meeting both also 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Per-policy kicker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$7 NB base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$1 = 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20% - 24%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$2 = 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Big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$5 = $12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- zero chargeback risk.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$8 = 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+$113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'Under $1,200': 7 x $4 = $28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+$5/pol x 14% = $5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44% = $61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$825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$825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41 x $6 = $246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+$2/pol x 40% = $33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43% = $30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$938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$938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69 x $6 = $414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+$2/pol x 44% = $61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+$5/pol x 14% = $5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$1018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6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$1018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$1571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$566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$1,329 | SWAP $1,571 | FLIP $1,554.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$938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$824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$533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$590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$1018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$2993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$2,124 | SWAP $2,689 | FLIP $2,993.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$1390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$532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$1797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$908 | SWAP $1,390 | FLIP $1,797.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$1257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$921 | SWAP $1,257 | FLIP $1,566.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$1321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$411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$1397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$1,012 | SWAP $1,321 | FLIP $1,397.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$763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$1772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$416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$1,447 | SWAP $1,772 | FLIP $2,064.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$12,645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$13,912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$14,533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$7,742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$12,645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$13,912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$14,533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$7,742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$11,370.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$14,533,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BONUS PLAN (Plan A)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