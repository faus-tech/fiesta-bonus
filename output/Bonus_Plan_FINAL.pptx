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for NB and RWR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(renewals)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15% to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20% to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= RETENTION BONUS ONLY (NO per-policy REN pay - avoids double-paying)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Renewals are paid as ONE bonus scaling with the premium retained. No per-policy REN base or collected incentive.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written premium x 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$50k REN -&gt; $250/mo | $25k REN -&gt; $125/mo | $10k REN -&gt; $50/mo. Bigger book + bigger premium = bigger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Per-policy kicker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$7 NB base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$1 = 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20% - 24%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$2 = 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Big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$5 = $12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- zero chargeback risk.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$8 = 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+$108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44% = $61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$6k x 0.5% = $30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$597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$597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43% = $30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$54k x 0.5% = $270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+$5/pol x 14% = $5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$96k x 0.5% = $481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$799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$799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$716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$427 | SWAP $642 | FLIP $716.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$624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$2133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$1,300 | SWAP $1,828 | FLIP $2,133.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$1068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$10 | SWAP $545 | FLIP $1,068.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$688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$22 | SWAP $366 | FLIP $688.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$102 | SWAP $405 | FLIP $605.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$941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$557 | SWAP $941 | FLIP $1,264.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$7,322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$9,638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$4,725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$7,322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$9,638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$4,725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$6,475.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$9,638,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BONUS PLAN (Plan A)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