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Final Proposal for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Premium-Tiered Base + Per-Policy Collected Incentive + Book Retention 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$45,000 NB premium / 30% retention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Glossary - What These Terms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Skip this slide if you know the insurance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NEW BUSINESS - first time the customer is on the books.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REWRITE - cancel an existing policy and write a NEW one (usually at a different carrier). Churns the book.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- the existing policy renews at the SAME carrier. Customer stays put.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 - customer pays the entire premium upfront. Zero chargeback risk.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BODILY INJURY liability - pays the OTHER person's injuries if your customer caused the accident.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UNINSURED MOTORIST - pays YOUR customer if hit by an uninsured driver. Cannot exist without BI.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PIP /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PERSONAL INJURY PROTECTION and PROPERTY DAMAGE liability. Required in Florida.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Comp / Coll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COMPREHENSIVE / COLLISION - covers your customer's OWN car damage.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% of premium the customer actually paid. Down payment / total = collected 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Money left after corporate royalty (21%) and overhead (30%). Bonus comes from this pool.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If a policy cancels within 90 days, the bonus is reversed.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Kicker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multiplier on the collected %. Higher down = bigger multiplier.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Minimum /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 monthly premium threshold the agent must hit to earn that bonus line.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FLIP scenario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ALL rewrites had been renewals?'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SWAP 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HALF the rewrites became renewals?'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 (boss-approved framework)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No tiers. Flat per-policy base. Per-policy collected incentive on policies &gt;$1,200. Plus a book retention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PER-POLICY BASE for NB and RWR (TIERED by written premium)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137160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Premium tier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$1,800 - $2,499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$2,500 - $2,999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$3,000+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$13+$2/$1k (max $25)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(renewals)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see Section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see Section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COLLECTED INCENTIVE (only on policies &gt; $1,200)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Collected % of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Extra per policy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 (no incentive)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15% to 19%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20% to 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25% to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3464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RENEWALS = RETENTION BONUS ONLY (NO per-policy REN pay - avoids double-paying)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54680"/>
          <a:ext cx="1161288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743200"/>
                <a:gridCol w="4754880"/>
              </a:tblGrid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values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Renewals are paid as ONE bonus scaling with the premium retained. No per-policy REN base or collected incentive.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written premium x 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$50k REN -&gt; $500/mo | $25k REN -&gt; $250/mo | $10k REN -&gt; $100/mo. Bigger book + bigger premium = bigger bonus.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5196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572000"/>
          <a:ext cx="11612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NB premium &lt; $35k that month, NB pay = 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30% retention of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retention &lt; 30%,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gate met (or both)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paid when NB gate met. Meeting both also works.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Excel tracker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Required for every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Agent enters policy info + down + premium. No entry = no bonus.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Renewal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Assigned per agent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Newer agents inherit a renewal book from former employees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$45,000/mo + REN retention &gt;= 30% of book. RWR follows NB 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only - $45k is a stretch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retention &gt;= 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modeled 75% (75% &gt;= 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75% &gt;= 30%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Industry typical retention; model assumes 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$11,250 collected x 11% x (1-21%) = ~$978 retained (30%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(kicker target): ~$1,955 retained (59%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~$2,933 retained (89% of salary) - covers salary AND generates profit.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Collected % Kicker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Bigger down payments = less chargeback = bigger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84632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Per-policy kicker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$7 NB base -&gt; Pays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$0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Premium barely collected. No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15% - 19%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Minimum down. Small bump.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$1 = $8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20% - 24%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Standard down.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$2 = $9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25% - 99%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High collection. Big bump.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$5 = $12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Paid in full. Top - zero chargeback risk.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$8 = 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incentivize collected % (not just written premium):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Down payment + PIF money is the ONLY money we are SURE we will keep. Everything else can be charged back.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down -&gt; smaller monthly bills -&gt; customer is less likely to cancel -&gt; we keep more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PIF (paid in full) = no chargeback risk at all. PIF earns the biggest kicker AND a PIF dollar add-on.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Some carriers pay commission as advance on written premium (chargeback if customer cancels). Some pay as-earned on collected. Either way - net commission ~= collected x rate. The kicker rewards retention through collection.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Some pay AS EARNED on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That's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(21%)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$9.13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$3.65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$1,117.42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$312.88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A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32% of safe net - 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B target (no min): $399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$399.46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51% of safe net - flagged for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$700 of safe net means Abel's January contribution can support a bonus up to ~$280 before ownership wants a second look. The actual bonus depends on the plan rules - Plan A pays $252 (under threshold), Plan B pays $399 (above threshold, flagged but not auto-cut).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plans (REN pays $4-$6 vs RWR $2).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 B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+$348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Plan B gains $4-$6 net ($4-$6 REN - $2 RWR).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Plan B,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69, $96k W / $19.7k C (20%, avg $1,395)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7, $6k W / $3.1k C (52%, avg $852)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Per-policy BASE (NB &amp; RWR only):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69 x $3 = $207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Collected incentive (&gt;$1,200 NB &amp; RWR only):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+$2/pol x 44% = $61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Renewals paid via retention bonus only: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Retention = REN $6k x 1% = $60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$626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$626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Volume: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35, $48k W / $9.9k C (20%, avg $1,375)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41, $54k W / $12.9k C (24%, avg $1,319)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Per-policy BASE (NB &amp; RWR only):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35 x $3 = 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Collected incentive (&gt;$1,200 NB &amp; RWR only):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+$2/pol x 43% = $30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Renewals paid via retention bonus only: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Retention = REN $54k x 1% = $541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$975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5968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$975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Volume: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7, $6k W / $3.1k C (52%, avg $852)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69, $96k W / $19.7k C (20%, avg $1,395)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Per-policy BASE (NB &amp; RWR only):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'Under $1,200': 7 x $2 = $14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Collected incentive (&gt;$1,200 NB &amp; RWR only):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+$5/pol x 14% = $5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Renewals paid via retention bonus only: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Retention = REN $96k x 1% = $962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$1280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6176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6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$1280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$410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$1038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$1,300. Plan B WITH MIN: REAL $577 | SWAP $1,038 | FLIP $1,210.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$975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$883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$2855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$657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$1280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$899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$3692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$3,140. Plan B WITH MIN: REAL $1,548 | SWAP $2,855 | FLIP $3,692.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$1089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$569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$2136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$2,370. Plan B WITH MIN: REAL $21 | SWAP $1,089 | FLIP $2,136.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$1376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$2,070. Plan B WITH MIN: REAL $44 | SWAP $733 | FLIP $1,376.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$809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$1,400. Plan B WITH MIN: REAL $204 | SWAP $809 | FLIP $1,210.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17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$1427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$805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$2116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$1,940. Plan B WITH MIN: REAL $617 | SWAP $1,427 | FLIP $2,116.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18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463040"/>
                <a:gridCol w="1463040"/>
                <a:gridCol w="4297680"/>
              </a:tblGrid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$7,915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$11,863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$14,902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- new plan pays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$7,951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as REN gate opens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$7,915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$11,863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$14,902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Top motivator - FLIP exceeds today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$7,951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FLIP matches today's $12k 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73736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WITH MIN under 100% FLIP = $11,740. Compare to today's current $12,220: agents earn the SAME for doing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no-min under FLIP = $14,902, which is ABOVE today's pay. Some headroom if ownership wants to be more generous.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you earn the same dollars - but the customer stays put.'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19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$45,000/mo + REN retention ≥ 30%. RWR follows NB gate.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is unusually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Bonus Plan with $45,000 NB + 30% retention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THE BONUS PLAN (Plan A) - with $45,000 NB premium + 30% retention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Best balance of agent motivation, sales-story clarity, profitability protection, and pay-near-current when behavior shifts.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Plan B over Plan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has the strongest UPSELL story: 'every BI+UM bundle is worth $5'. Easy to coach, easy to defend.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pays closest to today's number when behavior shifts (close to par in SWAP scenario).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rewards coverage QUALITY - which carriers prefer and persistency improves.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A is leaner (lower cost) - keep as fallback if Plan B is too generous.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Coverage adoption (estimated 35% of NB, 30% of REN - track actual).   2) Minimum thresholds - softer ($25k/$15k) if too punishing, tighter ($45k/$25k) if too easy.   3) PIF and kicker amounts to balance pay vs profit.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picks Plan A or B and signs off on minimums.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Agent Quick Reference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Plan B with the new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Bonus_Plan_FINAL.xlsx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Two options.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