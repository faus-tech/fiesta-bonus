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idea as today's 30/38/50 count tiers, but driven by monthly WRITTEN PREMIUM. $1,000 NB at $100k.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NEW BUSINESS - 5 tiers by monthly written premium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NB premium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 pays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 (min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+$50 (1%)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REWRITES - same breakpoints, pays HALF (gated by NB $45k)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19456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 pays (half of NB)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$187.50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$262.50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$362.50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+$25 (0.5%)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3749039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- own tiers starting at $25k, gated by 30% retention rate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69080"/>
          <a:ext cx="11612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1371600"/>
                <a:gridCol w="146304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Monthly REN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REN pays (0.80x of NB)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+$40 (0.8%)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553212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852160"/>
          <a:ext cx="116128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Equals T1 entry. NB &lt; $45k -&gt; NB pay = $0 (also blocks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rate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Retain &lt; 30% -&gt;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(typical push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New plan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well under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$782 of safe net means Abel's January contribution can support a bonus up to ~$313 before ownership wants a second look. Under the new plan, Abel's January target is $252 - about 32% of safe net, well below the 40% review threshold.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REN tier pays a separate bonus once retention rate hits 30%.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+$62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by climbing the REN premium tiers as the renewal book grows.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Monthly 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 policies, $96k written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 policies, $6k written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Hit a premium tier: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$96k -&gt; T4 $85k = $362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$6k -&gt; Below T1 =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Monthly volume: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 policies, $48k written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 policies, $54k written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Hit a premium tier: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$48k -&gt; T1 $45k = $125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$54k -&gt; T2 $45k = $300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$675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$675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Monthly volume: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 policies, $6k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 policies, $96k written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Hit a premium tier: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$6k -&gt; Below T1 = 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$96k -&gt; T4 $85k = $580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$830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New plan WITH MIN: REAL $250 | SWAP $250 | FLIP $850.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$830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New plan WITH MIN: REAL $1,050 | SWAP $1,825 | FLIP $2,380.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New plan WITH MIN: REAL $0 | SWAP $600 | FLIP $1,100.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New plan WITH MIN: REAL $0 | SWAP $0 | FLIP $600.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New plan WITH MIN: REAL $0 | SWAP $0 | FLIP $600.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$1375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New plan WITH MIN: REAL $375 | SWAP $775 | FLIP $1,375.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$6,905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$6,905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$6,905 (57%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writing bigger NB books AND keeping renewals - each has its own premium tier ladder.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REN tier kicks in - up to $800 at $100k retained.'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Same structure as today (count tiers -&gt; $X) but driven by PREMIUM written, not policy count.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$0) - REN gets its own tier ladder starting at $25k.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jumps at the top tiers - $1,000 NB at $100k premium, with linear 1% upside above.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$6,905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Tier amounts (lower entry / higher top to motivate harder).   2) Tier breakpoints ($45k entry / $100k top - tighten or loosen the ladder).   3) Retention rate gate (30% today - dial up over time as the renewal book builds).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signs off on the new plan rules and minimum thresholds.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Manual Tracker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