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idea as today's 30/38/50 count tiers, but driven by monthly WRITTEN PREMIUM. $1,000 NB at $100k.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NEW BUSINESS - 5 tiers by monthly written premium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NB premium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 pays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 (min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+$50 (1%)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REWRITES - same breakpoints, pays ~HALF (gated by NB $45k)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19456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 pays (~half of NB)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+$25 (0.5%)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3749039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- own tiers starting at $25k, gated by 30% retention rate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69080"/>
          <a:ext cx="11612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1371600"/>
                <a:gridCol w="146304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Monthly REN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REN pays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+$40 (0.8%)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553212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852160"/>
          <a:ext cx="116128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Equals T1 entry. NB &lt; $45k -&gt; NB pay = $0 (also blocks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rate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Retain &lt; 30% -&gt;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(typical push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REN tier pays a separate bonus once retention rate hits 30%.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+$100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by climbing the REN premium tiers as the renewal book grows.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Monthly 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 policies, $96k written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 policies, $6k written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Hit a premium tier: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$96k -&gt; T4 $85k = $350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$6k -&gt; Below T1 =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Monthly volume: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 policies, $48k written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 policies, $54k written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Hit a premium tier: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$48k -&gt; T1 $45k = $100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$54k -&gt; T2 $40k = $350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Monthly volume: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 policies, $6k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 policies, $96k written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Hit a premium tier: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$6k -&gt; Below T1 = 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$96k -&gt; T4 $80k = 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New plan WITH MIN: REAL $250 | SWAP $250 | FLIP $1,000.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New plan WITH MIN: REAL $1,050 | SWAP $2,000 | FLIP $2,400.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New plan WITH MIN: REAL $0 | SWAP $750 | FLIP $1,400.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New plan WITH MIN: REAL $0 | SWAP $0 | FLIP $850.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New plan WITH MIN: REAL $0 | SWAP $0 | FLIP $750.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New plan WITH MIN: REAL $375 | SWAP $875 | FLIP $1,575.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$7,975 (65%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writing bigger NB books AND keeping renewals - each has its own premium tier ladder.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REN tier kicks in - up to $800 at $100k retained.'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Same structure as today (count tiers -&gt; $X) but driven by PREMIUM written, not policy count.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$0) - REN gets its own tier ladder starting at $25k.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jumps at the top tiers - $1,000 NB at $100k premium, with linear 1% upside above.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$7,975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Tier amounts (lower entry / higher top to motivate harder).   2) Tier breakpoints ($45k entry / $100k top - tighten or loosen the ladder).   3) Retention rate gate (30% today - dial up over time as the renewal book builds).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