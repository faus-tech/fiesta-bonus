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Final Proposal for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Premium-Tiered Base + Per-Policy Collected Incentive + Book Retention Bonus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$45,000 NB premium / 30% retention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BONUS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Same idea as today's 30/38/50 count tiers, but driven by monthly WRITTEN PREMIUM. $1,000 NB at $100k.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1. NEW BUSINESS - 5 tiers by monthly written premium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8016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201168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NB premium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NB pays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T1 (min req)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Above $100k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+$5k of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+$50 (1%)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2. REWRITES - same breakpoints, pays ~HALF (gated by NB $45k)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8016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94560"/>
                <a:gridCol w="2194560"/>
              </a:tblGrid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RWR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RWR pays (~half of NB)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$85,000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Above $100k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+$5k of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+$25 (0.5%)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3749039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3. RENEWALS - own tiers starting at $25k, gated by 30% retention rate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4069080"/>
          <a:ext cx="11612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  <a:gridCol w="1371600"/>
                <a:gridCol w="1371600"/>
                <a:gridCol w="146304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Above $100k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Monthly REN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+$5k of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01010"/>
                          </a:solidFill>
                          <a:latin typeface="Calibri"/>
                        </a:rPr>
                        <a:t>REN pays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$800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+$40 (0.8%)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553212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4. RULES ON TOP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5852160"/>
          <a:ext cx="116128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108960"/>
                <a:gridCol w="5943600"/>
              </a:tblGrid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monthly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$45,000 NB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Equals T1 entry. NB &lt; $45k -&gt; NB pay = $0 (also blocks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monthly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30% retention rate of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Retain &lt; 30% -&gt; REN pay = 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774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 months (90 days)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bonus reversed if policy cancels/rewrites within 90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$45,000/mo + REN retention &gt;= 30% of book. RWR follows NB gate.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$45,000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4/24 (17%)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only - $45k is a stretch goal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retention &gt;= 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modeled 75% (75% &gt;= 30%)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75% &gt;= 30% pass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Industry typical retention; model assumes 75%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$11,250 collected x 11% x (1-21%) = ~$978 retained (30%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(typical push target): ~$1,955 retained (59%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~$2,933 retained (89% of salary) - covers salary AND generates profit.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floor: hit it and the agent's commission already covers salary. The tier bonus is the reward on 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plan, where the REN tier pays a separate bonus once retention rate hits 30%.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New plan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+$100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New plan gains by climbing the REN premium tiers as the renewal book grows.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the new plan,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Step-By-Step: How the Bonus Is Calculated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Worked example: Dialinerys Dieguez, March 2026. Same agent, same month, three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370332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Monthly volume: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policies, $52k written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69 policies, $96k written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7 policies, $6k written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Hit a premium tier: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$52k -&gt; T1 $45k = $250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$96k -&gt; T4 $85k = $350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$6k -&gt; Below T1 = 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TARGET TOTAL = $600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Apply gates: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PAID = $600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1371600"/>
            <a:ext cx="3703320" cy="521208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15968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Monthly volume: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5968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policies, $52k written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35 policies, $48k written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8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41 policies, $54k written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5968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Hit a premium tier: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$52k -&gt; T1 $45k = $250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$48k -&gt; T1 $45k = $100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$54k -&gt; T2 $40k = $350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TARGET TOTAL = $700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Apply gates: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968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PAID = $700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4736" y="1371600"/>
            <a:ext cx="370332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66176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Monthly volume: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6176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policies, $52k written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66176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7 policies, $6k written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66176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69 policies, $96k written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6176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Hit a premium tier: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6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$52k -&gt; T1 $45k = $250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66176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$6k -&gt; Below T1 = 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6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$96k -&gt; T4 $80k = $550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6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TARGET TOTAL = $800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66176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Apply gates: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6176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$45k: PASS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66176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retention 75% vs 30%: 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66176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(follows NB): PASS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6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PAID = $800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NB Bonus Examples - Who Hits Which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T1 $45k=$250 | T2 $55k=$375 | T3 $70k=$525 | T4 $85k=$725 | T5 $100k=$1,000 | Above $100k: +$50 per $5k. Min req $45k.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 Premium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24528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74736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 Premium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RWR Bonus Examples - Who Hits Which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T1 $45k=$100 | T2 $55k=$200 | T3 $70k=$275 | T4 $85k=$350 | T5 $100k=$500 | Above $100k: +$25 per $5k. Gated by NB min.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 Premium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T4 T4 $85k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T4 T4 $85k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T2 $55k -&gt; $200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$100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24528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T1 $45k -&gt; 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74736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 Premium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REN Bonus Examples - Who Hits Which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T1 $25k=$250 | T2 $40k=$350 | T3 $65k=$450 | T4 $80k=$550 | T5 $100k=$800 | Above $100k: +$40 per $5k. Min 30% retention rate.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 Premium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24528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Below T1 (min not met)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74736" y="1417320"/>
          <a:ext cx="3703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68680"/>
                <a:gridCol w="164592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 Premium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Tier / Bonus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T4 T4 $80k -&gt; $550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T4 T4 $80k -&gt; $550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T3 T3 $65k -&gt; $450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Flavia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T2 T2 $40k -&gt; 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Thalia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T1 T1 $25k -&gt; 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Combined Bonus Examples - All Three Lines + Total 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Per agent-month: NB tier + RWR tier + REN tier = TOTAL BONUS. Top 8 by total bonus per scenario.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417320"/>
          <a:ext cx="37033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94360"/>
                <a:gridCol w="594360"/>
                <a:gridCol w="594360"/>
                <a:gridCol w="731520"/>
              </a:tblGrid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 / 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Top-10 total (this scenario)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24528" y="1417320"/>
          <a:ext cx="37033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94360"/>
                <a:gridCol w="594360"/>
                <a:gridCol w="594360"/>
                <a:gridCol w="731520"/>
              </a:tblGrid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 / 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Top-10 total (this scenario)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$3,625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74736" y="1417320"/>
          <a:ext cx="37033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94360"/>
                <a:gridCol w="594360"/>
                <a:gridCol w="594360"/>
                <a:gridCol w="731520"/>
              </a:tblGrid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Agent / 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Dialinerys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Melissa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 b="1">
                          <a:solidFill>
                            <a:srgbClr val="101010"/>
                          </a:solidFill>
                          <a:latin typeface="Calibri"/>
                        </a:rPr>
                        <a:t>Top-10 total (this scenario)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900">
                          <a:solidFill>
                            <a:srgbClr val="101010"/>
                          </a:solidFill>
                          <a:latin typeface="Calibri"/>
                        </a:rPr>
                        <a:t>$4,925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Current vs New Plan - Per Agent-Month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CURRENT = count-tier on NB+RWR. NEW = NB tier + RWR tier + REN tier. Sorted by delta. # = policy count, $ = written premium.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417320"/>
          <a:ext cx="4389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640080"/>
                <a:gridCol w="640080"/>
                <a:gridCol w="640080"/>
                <a:gridCol w="502920"/>
                <a:gridCol w="502920"/>
                <a:gridCol w="59436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Agent / 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NB # / $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RWR # / $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REN # / $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Abel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30 / 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17 / 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5 / 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$-100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36 / $69k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28 / $39k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0 / 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$590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$-215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13 / 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19 / 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7 / 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$-250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Dialiner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33 / 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44 / 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 / 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$720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$450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$-270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Abel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25 / 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17 / 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9 / 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$-350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Abel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27 / 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15 / 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13 / 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$-350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Thalia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10 / 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28 / 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4 / 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$-350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Thalia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14 / 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24 / 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5 / 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$-350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Thalia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19 / 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19 / 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6 / 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$-350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4-mo total (all agents)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$1,675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$-10,545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24528" y="1417320"/>
          <a:ext cx="4389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640080"/>
                <a:gridCol w="640080"/>
                <a:gridCol w="640080"/>
                <a:gridCol w="502920"/>
                <a:gridCol w="502920"/>
                <a:gridCol w="59436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Agent / 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NB # / $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RWR # / $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REN # / $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Dialiner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33 / 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22 / 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24 / 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+$100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Dialiner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38 / 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35 / $48k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41 / $54k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$700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+$20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Abel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13 / 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9 / 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17 / 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Dialiner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23 / 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24 / $33k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35 / $45k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13 / 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19 / 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19 / $26k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Thalia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10 / $16k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14 / $17k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18 / 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Thalia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14 / $19k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12 / 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17 / $22k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Thalia Mar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19 / $18k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9 / $10k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16 / $16k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Thalia Apr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9 / 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15 / 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17 / 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4-mo total (all agents)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$3,875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$-3,235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74736" y="1417320"/>
          <a:ext cx="43891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640080"/>
                <a:gridCol w="640080"/>
                <a:gridCol w="640080"/>
                <a:gridCol w="502920"/>
                <a:gridCol w="502920"/>
                <a:gridCol w="59436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Agent / 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NB # / $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RWR # / $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REN # / $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Current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New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Dialiner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38 / 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7 / 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69 / 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+$450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Melissa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13 / 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 / 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37 / 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+$350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Melissa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28 / 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 / 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48 / 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+$350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Melissa 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15 / 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0 / 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37 / 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+$350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Flavia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23 / $22k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 / 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42 / $44k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+$350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Monica Jan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23 / $29k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6 / 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37 / $49k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+$350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Monica Feb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21 / 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 / $3k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29 / 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+$350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Dialiner 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23 / 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9 / 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56 / 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$550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+$300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Monica 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36 / 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0 / 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28 / 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$625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+$275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 b="1">
                          <a:solidFill>
                            <a:srgbClr val="101010"/>
                          </a:solidFill>
                          <a:latin typeface="Calibri"/>
                        </a:rPr>
                        <a:t>4-mo total (all agents)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$7,975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800">
                          <a:solidFill>
                            <a:srgbClr val="101010"/>
                          </a:solidFill>
                          <a:latin typeface="Calibri"/>
                        </a:rPr>
                        <a:t>+$5,225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463040"/>
                <a:gridCol w="1463040"/>
                <a:gridCol w="3931920"/>
              </a:tblGrid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New plan - no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$2,925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$3,875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$7,975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Calculated target before applying minimums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New plan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$3,875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$7,975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Pays when NB &gt;= $45k/mo and retention &gt;= 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6576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10972800" cy="23774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New plan WITH MIN under 100% FLIP = $7,975 (65% of today's $12,220). The agency keeps more profit while still rewarding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New plan rewards what the current plan ignores: writing bigger NB books AND keeping renewals - each has its own premium tier ladder.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the REN tier kicks in - up to $800 at $100k retained.'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Bonus Plan with $45,000 NB + 30% retention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THE NEW BONUS PLAN - with $45,000 NB premium + 30% retention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Balanced for agent motivation, retention upside, profit protection, and clean payroll math.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the new plan beats today's: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Same structure as today (count tiers -&gt; $X) but driven by PREMIUM written, not policy count.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Pays for RENEWALS (today's plan pays $0) - REN gets its own tier ladder starting at $25k.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jumps at the top tiers - $1,000 NB at $100k premium, with linear 1% upside above.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Costs LESS at full target than today's count-tier plan - new plan FLIP $7,975 vs current $12,220.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Tier amounts (lower entry / higher top to motivate harder).   2) Tier breakpoints ($45k entry / $100k top - tighten or loosen the ladder).   3) Retention rate gate (30% today - dial up over time as the renewal book builds).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The new bonus plan with NB &amp; retention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Bonus_Plan_FINAL.xlsx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One plan.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