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Two Options for Ownership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Premium-Based (Plan A) vs Coverage-Based (Plan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$35,000 NB / $20,000 REN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Two Proposed Plans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Premium-Based and Coverage-Based. Don't mix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486400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PLAN A - PREMIUM-BASED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written-premium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pay scales with premium ($5 / $7 / $9 / $11 / $11+).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pays $4 / $5 / $6 by tier (lower than NB, on purpose).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is flat $2 - no longer drives bonus.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Collected % kicker (+10% / +15% / +20% / +25%).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PIF add-on: +$8 NB / +$12 high NB / +$5 REN.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Simple payroll math. Lower payout overall.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097280"/>
            <a:ext cx="548640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097280"/>
            <a:ext cx="5486400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PLAN B - COVERAGE-BASED (RECOMMENDED)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coverage type, not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base $10 (PIP/PD OR PIP+Comp/Coll).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liability bundle +$5 if BI+UM both present.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BI alone does NOT earn the bundle (UM cannot exist without BI).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base $6, +$3 liability bundle.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flat $2 - same as Plan A.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Same kicker + same PIF add-ons.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Best motivator. Closest to today's pay when behavior shifts.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  <a:latin typeface="Calibri"/>
              </a:rPr>
              <a:t>Both plans share: collected kicker, PIF add-on, $35,000 NB / $20,000 REN minimums, 90-day chargeback.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A - Premium-Based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written-premium tier. Then collected-% kicker.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NB Tier (Written Premium)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Low-premium NB earns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Standard NB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$1,800 - $2,199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Higher premium earns more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$2,200 -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Strong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 + $3 per $1k (cap $35)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Commercial / high-premium upside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1097280"/>
          <a:ext cx="4206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REN 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 (any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tier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coverage stacking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15-24 / 25-49 / 50-99 / 100% collected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589520" y="2834640"/>
            <a:ext cx="4206240" cy="3474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88036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246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53872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83133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Tier: $1,800-$2,199 = $13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12394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Coverage add: $0 (Plan A has no coverage)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1655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7091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500176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29437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$13 x 1.15 = $14.95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B - Coverage-Based Rules (RECOMMENDED)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COVERAGE TYPE. No premium tiers. Same kicker + PIF.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Bonus Line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Pays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PIP/PD ONLY, or PIP+Comp/Coll (any auto NB)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AND UM both on the policy (bundle)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$0 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without UM does NOT earn the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UM ALONE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Not possible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FL rules block UM without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BI+UM both on the renewal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rewrite (no coverage stacking)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38912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Same as Plan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118872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0020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89280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8541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Base coverage: $13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47802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Liability bundle (BI+UM): +$7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77063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Subtotal: 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063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35584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64845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94106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$20 x 1.15 = $23.00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423367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5262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Same policy on Plan A: $14.95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81888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Calibri"/>
              </a:rPr>
              <a:t>Plan B rewards coverage upsell directly.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$35,000/mo AND REN premium &gt;= $20,000/mo. RWR pays only if both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earn NB bonus on today's behavior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&gt;= $20,000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18 (75%)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Today's renewals are too small; swap unlocks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$13,750 collected x 11% x (1-21%) = ~$1,195 retained (36%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~$2,390 retained (72%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~$3,585 retained (109% of salary) - covers salary AND generates profit for bonus.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Multiplier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$10 target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1.00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1.10 (+10%)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1.15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 Standard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50%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1.20 (+20%)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Stronger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(PIF)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1.25 (+25%)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+$263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$578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$172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$464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$1672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$175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$647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$1859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$1,300 | Plan B WITH MIN pays $1,309.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$850 | Plan B grows to $1,672.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$950 | Plan B pays $1,859.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$1,859 - vs today's $1,300 for rewriting. Plan B comes in higher than current pay.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$1562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$762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$1138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$3129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$866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$567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$1361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$1031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$3825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$3,140 | Plan B WITH MIN pays $1,562.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$1,990 | Plan B grows to $3,129.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$1,200 | Plan B pays $3,825.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$3,825 - vs today's $3,140 for rewriting. Plan B comes in higher than current pay.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$959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$823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$738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$182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$1918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$1013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$340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$921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$2648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$2,370 | Plan B WITH MIN pays $959.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$1,470 | Plan B grows to $1,918.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$250 | Plan B pays $2,648.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$2,648 - vs today's $2,370 for rewriting. Plan B comes in higher than current pay.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$192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$436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$444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$1412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$2,070 | Plan B WITH MIN pays $0.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$1,400 | Plan B grows to $436.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$0 | Plan B pays $1,412.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$1,412 - vs today's $2,070 for rewriting. Plan B is close to but below current - because NB volume keeps you under a gate. Grow NB to fully unlock.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$182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$542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$283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$293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$820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$1,400 | Plan B WITH MIN pays $0.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$0 | Plan B grows to $542.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$0 | Plan B pays $820.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$820 - vs today's $1,400 for rewriting. Plan B is close to but below current - because NB volume keeps you under a gate. Grow NB to fully unlock.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Bonuses use the recommended Plan B WITH $35,000 NB / $20,000 REN minimums.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$1940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24528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24528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$612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$1133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174736" y="10058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74736" y="1325880"/>
          <a:ext cx="3840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502920"/>
                <a:gridCol w="502920"/>
                <a:gridCol w="502920"/>
                <a:gridCol w="777240"/>
                <a:gridCol w="77724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 w/MIN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$293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$869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$223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$1760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840480"/>
            <a:ext cx="116128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READ - what happens to this agent's pay under each scenario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115568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REAL (today's behavior): Current pays $1,940 | Plan B WITH MIN pays $612.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50% SWAP (half of rewrites become renewals): Current drops to $1,400 | Plan B grows to $1,133.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100% FLIP (rewrites and renewals fully swapped): Current crashes to $350 | Plan B pays $1,760.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talk track: 'If you'd been renewing instead of rewriting, you would have earned $1,760 - vs today's $1,940 for rewriting. Plan B is close to but below current - because NB volume keeps you under a gate. Grow NB to fully unlock.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$10,296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$11,755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$8,603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$11,894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$15,065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$17,487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$4,442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$12,323.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$17,487,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$35,000/mo AND REN premium ≥ $20,000/mo. RWR pays only if both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Plan B with $35,000/$20,000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PLAN B - Coverage-Based, with $35,000 NB / $20,000 REN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Bonus_Proposal_FIXED_Premium_vs_Coverage.xlsx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