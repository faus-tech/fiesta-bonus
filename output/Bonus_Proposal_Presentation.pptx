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Two Options for Ownership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Premium-Based (Plan A) vs Coverage-Based (Plan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$35,000 NB / $20,000 REN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Two Proposed Plans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Premium-Based and Coverage-Based. Don't mix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00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486400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PLAN A - PREMIUM-BASED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written-premium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pay scales with premium ($5 / $7 / $9 / $11 / $11+).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pays $4 / $5 / $6 by tier (lower than NB, on purpose).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is flat $2 - no longer drives bonus.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Collected % kicker (+10% / +15% / +20% / +25%).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PIF add-on: +$8 NB / +$12 high NB / +$5 REN.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Simple payroll math. Lower payout overall.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097280"/>
            <a:ext cx="548640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097280"/>
            <a:ext cx="5486400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PLAN B - COVERAGE-BASED (RECOMMENDED)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coverage type, not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base $10 (PIP/PD OR PIP+Comp/Coll).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liability bundle +$5 if BI+UM both present.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BI alone does NOT earn the bundle (UM cannot exist without BI).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base $6, +$3 liability bundle.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flat $2 - same as Plan A.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Same kicker + same PIF add-ons.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Best motivator. Closest to today's pay when behavior shifts.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  <a:latin typeface="Calibri"/>
              </a:rPr>
              <a:t>Both plans share: collected kicker, PIF add-on, $35,000 NB / $20,000 REN minimums, 90-day chargeback.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A - Premium-Based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Per-policy bonus by written-premium tier. Then collected-% kicker.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68580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28600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NB Tier (Written Premium)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Pay per Policy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Low-premium NB earns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Standard NB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$1,800 - $2,199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Higher premium earns more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$2,200 -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Strong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 + $2 per $1k (cap $28)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Commercial / high-premium upside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1097280"/>
          <a:ext cx="4206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28016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REN Tier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Pay per Policy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 flat (any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 tier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$1,800+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 coverage stacking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6858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28600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Kicker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+10/+15/+20/+25%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15-24 / 25-49 / 50-99 / 100% collected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(NB &lt;$3k)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Policy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(NB $3k+)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Policy paid in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589520" y="2834640"/>
            <a:ext cx="4206240" cy="3474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88036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WORKED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24612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$2,000 NB (BI+UM, 25% collected, not PIF)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53872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83133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Tier: $1,800-$2,199 = $11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412394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Coverage add: $0 (Plan A has no coverage)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41655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Kicker: 25% collected = +15% (x 1.15)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70916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PIF: not PIF,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500176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529437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PER-POLICY PAY: $11 x 1.15 = $12.65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B - Coverage-Based Rules (RECOMMENDED)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Per-policy bonus by COVERAGE TYPE. No premium tiers. Same kicker + PIF.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32004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Bonus Line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 Policy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Pays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PIP/PD ONLY, or PIP+Comp/Coll (any auto NB)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LIABILITY ADD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AND UM both on the policy (bundle)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$0 add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without UM does NOT earn the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UM ALONE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Not possible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FL rules block UM without BI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Any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LIABILITY ADD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BI+UM both on the renewal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 flat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Any rewrite (no coverage stacking)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389120"/>
          <a:ext cx="6858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320040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Kicker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+10/+15/+20/+25%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Same as Plan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NB (&lt;$3k)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NB ($3k+)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118872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WORKED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0020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$2,000 NB (BI+UM, 25% collected, not PIF)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89280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8541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Base coverage: $11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47802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Liability bundle (BI+UM): +$6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277063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Subtotal: $17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0632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Kicker: 25% collected = +15% (x 1.15)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35584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PIF: not PIF,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64845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94106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PER-POLICY PAY: $17 x 1.15 = $19.55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423367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5262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Same policy on Plan A: $12.65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481888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  <a:latin typeface="Calibri"/>
              </a:rPr>
              <a:t>Plan B rewards coverage upsell directly.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$35,000/mo AND REN premium &gt;= $20,000/mo. RWR pays only if both pass.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$35,000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9 (38%)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9 (38%)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earn NB bonus on today's behavior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&gt;= $20,000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18 (75%)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Today's renewals are too small; swap unlocks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$13,750 collected x 11% x (1-21%) = ~$1,195 retained (36%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~$2,390 retained (72%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~$3,585 retained (109% of salary) - covers salary AND generates profit for bonus.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Multiplier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$10 target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1.00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- 24%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1.10 (+10%)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1.15 (+15%)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 Standard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50%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1.20 (+20%)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Stronger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(PIF)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1.25 (+25%)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51%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plans (REN pays $4-$6 vs RWR $2).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 B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+$215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Plan B gains $4-$6 net ($4-$6 REN - $2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Plan B,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$1110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$495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$393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$1425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$495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$1586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$1,300 | Plan B WITH MIN pays $1,110.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$850 | Plan B grows to $1,425.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$950 | Plan B pays $1,586.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$1,586 - vs today's $1,300 for rewriting. Plan B comes in higher than current pay.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$658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$981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$735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$1990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$2695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$744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$487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$1164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$880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$3274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$3,140 | Plan B WITH MIN pays $1,324.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$1,990 | Plan B grows to $2,695.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$1,200 | Plan B pays $3,274.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$3,274 - vs today's $3,140 for rewriting. Plan B comes in higher than current pay.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$637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$156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$1651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$292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$2264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$2,370 | Plan B WITH MIN pays $814.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$1,470 | Plan B grows to $1,651.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$250 | Plan B pays $2,264.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$2,264 - vs today's $2,370 for rewriting. Plan B is close to but below current - because NB volume keeps you under a gate. Grow NB to fully unlock.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$165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$374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$304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$382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$245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$282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$1213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$2,070 | Plan B WITH MIN pays $0.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$1,400 | Plan B grows to $374.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$0 | Plan B pays $1,213.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$1,213 - vs today's $2,070 for rewriting. Plan B is close to but below current - because NB volume keeps you under a gate. Grow NB to fully unlock.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$156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$465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$243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$1,400 | Plan B WITH MIN pays $0.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$0 | Plan B grows to $465.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$0 | Plan B pays $704.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$704 - vs today's $1,400 for rewriting. Plan B is close to but below current - because NB volume keeps you under a gate. Grow NB to fully unlock.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$1940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$126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$113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$967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$740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$191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$1505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$1,940 | Plan B WITH MIN pays $519.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$1,400 | Plan B grows to $967.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$350 | Plan B pays $1,505.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$1,505 - vs today's $1,940 for rewriting. Plan B is close to but below current - because NB volume keeps you under a gate. Grow NB to fully unlock.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463040"/>
                <a:gridCol w="4297680"/>
              </a:tblGrid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$6,971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$8,666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$9,817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- new plan pays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$5,251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as REN gate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$10,365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$12,963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$14,948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Top motivator - FLIP exceeds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$7,578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FLIP matches today's $12k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7373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WITH MIN under 100% FLIP = $10,545. Compare to today's current $12,220: agents earn the SAME for doing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no-min under FLIP = $14,948, which is ABOVE today's pay. Some headroom if ownership wants to be more generous.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you earn the same dollars - but the customer stays put.'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$35,000/mo AND REN premium ≥ $20,000/mo. RWR pays only if both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Plan B with $35,000/$20,000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PLAN B - Coverage-Based, with $35,000 NB / $20,000 REN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Plan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- keep as fallback if Plan B is too generous.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(estimated 35% of NB, 30% of REN - track actual).   2) Minimum thresholds - softer ($25k/$15k) if too punishing, tighter ($45k/$25k) if too easy.   3) PIF and kicker amounts to balance pay vs profit.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22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 or B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Plan B with the new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Bonus_Proposal_FIXED_Premium_vs_Coverage.xlsx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Two options.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